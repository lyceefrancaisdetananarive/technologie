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1"/>
    <p:restoredTop sz="94610"/>
  </p:normalViewPr>
  <p:slideViewPr>
    <p:cSldViewPr snapToGrid="0" snapToObjects="1">
      <p:cViewPr varScale="1">
        <p:scale>
          <a:sx n="225" d="100"/>
          <a:sy n="225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William RAFALIARISON" userId="5781381d33890e5f" providerId="LiveId" clId="{4A37EB2F-3740-5630-A29F-E33389CFCAE6}"/>
    <pc:docChg chg="modSld">
      <pc:chgData name="Max William RAFALIARISON" userId="5781381d33890e5f" providerId="LiveId" clId="{4A37EB2F-3740-5630-A29F-E33389CFCAE6}" dt="2026-03-09T13:59:47.855" v="3" actId="20577"/>
      <pc:docMkLst>
        <pc:docMk/>
      </pc:docMkLst>
      <pc:sldChg chg="modSp mod">
        <pc:chgData name="Max William RAFALIARISON" userId="5781381d33890e5f" providerId="LiveId" clId="{4A37EB2F-3740-5630-A29F-E33389CFCAE6}" dt="2026-03-09T13:59:47.855" v="3" actId="20577"/>
        <pc:sldMkLst>
          <pc:docMk/>
          <pc:sldMk cId="0" sldId="258"/>
        </pc:sldMkLst>
        <pc:spChg chg="mod">
          <ac:chgData name="Max William RAFALIARISON" userId="5781381d33890e5f" providerId="LiveId" clId="{4A37EB2F-3740-5630-A29F-E33389CFCAE6}" dt="2026-03-09T13:59:47.855" v="3" actId="20577"/>
          <ac:spMkLst>
            <pc:docMk/>
            <pc:sldMk cId="0" sldId="258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74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712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Pédagogique</a:t>
            </a:r>
            <a:endParaRPr lang="en-US" sz="4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— Cycle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d'utilisation pour les enseignants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31750">
            <a:solidFill>
              <a:srgbClr val="B712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Français de Tananarive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AEFE — Année scolaire 2025-2026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4389120"/>
            <a:ext cx="77724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0" y="4389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5ème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4389120"/>
            <a:ext cx="77724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0" y="4389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4ème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4389120"/>
            <a:ext cx="77724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0" y="4389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site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4008" cy="10515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outil pour les 3 niveaux du cycle 4 (5ème, 4ème, 3ème)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64008" cy="10515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0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BO 2024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Aligné sur le nouveau programme officiel de Technologie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64008" cy="10515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2670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Multi-supports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PC, tablette, téléphone — accès élèves et enseignants partout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64008" cy="10515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🖨️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03520" y="2670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intégré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Imprimer / PDF » sur chaque page pour le présentiel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64008" cy="10515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" y="4041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Homogène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4407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séquence propose les mêmes 7 sections systématiques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0549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</a:t>
            </a:r>
            <a:r>
              <a:rPr lang="en-US" sz="14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   ×  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4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  =  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</a:t>
            </a:r>
            <a:r>
              <a:rPr lang="en-US" sz="14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de contenu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sections par séquence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85800" y="11201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20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051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d'activité élèves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64008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85800" y="16962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5800" y="1696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1627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1627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16276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structuré (trace écrite)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203704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2203704"/>
            <a:ext cx="6400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85800" y="227228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5800" y="22722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22037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2203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22037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Corrigés et notes enseignant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77977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7200" y="2779776"/>
            <a:ext cx="64008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85800" y="284835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85800" y="28483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27797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1640" y="27797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57600" y="27797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interactif d'auto-évaluation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35584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57200" y="3355848"/>
            <a:ext cx="64008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85800" y="342442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85800" y="3424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3355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1640" y="3355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657600" y="33558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sommative /20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57200" y="3931920"/>
            <a:ext cx="64008" cy="5029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85800" y="400050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5800" y="4000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88720" y="3931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916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EBEP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65760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adaptée (DYS, TDAH, allophones)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450799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57200" y="4507992"/>
            <a:ext cx="64008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85800" y="4576572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85800" y="4576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88720" y="45079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691640" y="4507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657600" y="45079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révision par séquence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site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77724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5ème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1-3 (T1) · Séq. 4-6 (T2) · Séq. 7-9 (T3)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64008" cy="8686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777240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4ème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1488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1-3 (T1) · Séq. 4-6 (T2) · Séq. 7-9 (T3)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64008" cy="8686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777240" cy="5943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Séq. 1-3 (T1) · Séq. 4-6 (T2) · Séq. 7-9 (T3)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74920" y="1097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235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globale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1444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 accessible depuis chaque page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196596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074920" y="19659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2356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trimestre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2313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T1 / T2 / T3 sur chaque page niveau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83464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74920" y="28346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2356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révision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trimestre ET par séquence individuelle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370332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074920" y="3703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🖨️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62356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4050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optimisée format A4 intégrée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l'utiliser en classe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En présentiel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Projeter les activités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tableau / vidéoprojecteur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les fiches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Imprimer / PDF » intégré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Distribuer les EBEP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adaptées pour les PAP / PPS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en direct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collective après auto-éval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À distance / devoirs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liens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directe vers chaque page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en autonomie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élèves s'auto-évaluent à la maison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liens dans les devoirs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autonome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révision accessibles 24h/24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enseignant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séquence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40080" y="1581912"/>
            <a:ext cx="420624" cy="420624"/>
          </a:xfrm>
          <a:prstGeom prst="ellipse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270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fiche Prof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013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+ notes pédagogiques + déroulé de séance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420624" cy="420624"/>
          </a:xfrm>
          <a:prstGeom prst="ellipse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2128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les fiches nécessaires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4871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+ Éval (bouton PDF intégré)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40080" y="2953512"/>
            <a:ext cx="420624" cy="420624"/>
          </a:xfrm>
          <a:prstGeom prst="ellipse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898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les fiches EBEP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1729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si besoin pour vos élèves PAP / PPS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40080" y="3639312"/>
            <a:ext cx="420624" cy="420624"/>
          </a:xfrm>
          <a:prstGeom prst="ellipse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584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matériel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8587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logiciels, cartes Arduino si indiqués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40080" y="4325112"/>
            <a:ext cx="420624" cy="420624"/>
          </a:xfrm>
          <a:prstGeom prst="ellipse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40080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2702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sur Classroom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5445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Quiz + Révision pour le travail à la maison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et liens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00549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6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du site :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https://[username].github.io/technologie-lft/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64008" cy="109728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Multi-supports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PC, tablette et téléphone — aucune installation requise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64008" cy="109728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compte requis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libre pour les élèves — pas de connexion ni de mot de passe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64008" cy="109728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Accessibles mais non référencées — partage par lien direct uniquement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64008" cy="109728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WILLIAM — max.william@lft.mg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Technologie — Cycle 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7123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64008" cy="68580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ligne publique du 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1399032"/>
            <a:ext cx="1188720" cy="3657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040880" y="1399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64008" cy="68580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60120" y="2103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👩‍🏫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collègues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2450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rapide de 15 minutes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2267712"/>
            <a:ext cx="1188720" cy="3657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040880" y="22677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97180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64008" cy="68580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60120" y="2971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319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des liens par classe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3136392"/>
            <a:ext cx="1188720" cy="3657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040880" y="3136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Mars–Avril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64008" cy="685800"/>
          </a:xfrm>
          <a:prstGeom prst="rect">
            <a:avLst/>
          </a:prstGeom>
          <a:solidFill>
            <a:srgbClr val="3A7BD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960120" y="38404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5448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&amp; améliorations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4187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Ajustements selon vos retours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040880" y="4005072"/>
            <a:ext cx="1188720" cy="365760"/>
          </a:xfrm>
          <a:prstGeom prst="rect">
            <a:avLst/>
          </a:prstGeom>
          <a:solidFill>
            <a:srgbClr val="0054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040880" y="4005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Des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563</Words>
  <Application>Microsoft Macintosh PowerPoint</Application>
  <PresentationFormat>Affichage à l'écran (16:9)</PresentationFormat>
  <Paragraphs>156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d'utilisation — Site Pédagogique Technologie LFT</dc:title>
  <dc:subject>PptxGenJS Presentation</dc:subject>
  <dc:creator>Max WILLIAM</dc:creator>
  <cp:lastModifiedBy>Max William RAFALIARISON</cp:lastModifiedBy>
  <cp:revision>1</cp:revision>
  <dcterms:created xsi:type="dcterms:W3CDTF">2026-03-09T13:47:48Z</dcterms:created>
  <dcterms:modified xsi:type="dcterms:W3CDTF">2026-03-09T13:59:56Z</dcterms:modified>
</cp:coreProperties>
</file>